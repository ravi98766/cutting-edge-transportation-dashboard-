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96159-AE4E-8700-8026-6C52DCE00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530C45-BC43-9C4E-86B9-C1FE71735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7BA40-7ADC-ADC8-B5CE-5D443737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DB668-F8FA-4989-A2D8-9C0E6B1906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55524-50FE-0DF7-3731-1C0324622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7174A-3807-6270-173A-A9D2B8F0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4CB9-3029-4568-89F5-87DC96DA3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267B4-21D1-5B39-F728-E047F9B86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72E81-096E-13E4-D508-E9910D616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8A7CE-9AD9-B5C5-94D1-9A4F6517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DB668-F8FA-4989-A2D8-9C0E6B1906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8CA05-28CD-4BA2-8F1B-5B40FC2B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D023F-AA01-AEA4-D6A3-20F82AEFF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4CB9-3029-4568-89F5-87DC96DA3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10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153F-B7FD-5706-8882-991B40A3B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9A125-A444-48FA-FF98-2184D9187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3ED93-DA82-FB8F-FFCF-B8869147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DB668-F8FA-4989-A2D8-9C0E6B1906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86B85-3B10-6CEA-B911-40022C5F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86C0E-B12B-3BD3-8709-6805214BA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4CB9-3029-4568-89F5-87DC96DA3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3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6784B-7911-F749-1C1E-DCA97816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FFC9C-2AC7-E121-1D9D-2DFEF3F5B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913F6-E3F1-CDF2-9EE5-61B677A70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06B8F-FFCE-3DE4-9EF3-4EF6F33B7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DB668-F8FA-4989-A2D8-9C0E6B1906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EA498-6BCD-09B5-9064-AAE6CF30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242D7-F7A7-6A47-7DCC-28A2AE824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4CB9-3029-4568-89F5-87DC96DA3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49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E9C35-FDE2-BBB3-8D4B-FA9E20877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FA975-F7D4-848F-7FE0-50A8DC2A5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D37B5-5F31-4A65-B88D-ECA1663C3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24024-6871-3297-6952-12D023F14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E8E36-ADAF-1F8F-AED3-E5EA5AAA4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A30E8E-549C-FCA6-B722-8754E20E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DB668-F8FA-4989-A2D8-9C0E6B1906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6D32E1-84C2-209D-0E23-CA207C7E5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C67766-5CBA-3285-D997-47D022260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4CB9-3029-4568-89F5-87DC96DA3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421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663BB-8B7B-3FA3-613A-17BB68D1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C0FA74-2F5E-DDC9-BE92-CCCB97896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DB668-F8FA-4989-A2D8-9C0E6B1906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257273-1B99-823E-FB8C-0E1C83907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26CEE-6389-9F91-0EC2-E04D7FA9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4CB9-3029-4568-89F5-87DC96DA3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75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1C3E4-9C59-24E5-919E-02152B905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DB668-F8FA-4989-A2D8-9C0E6B1906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20CAF-00E7-6228-96A3-B2F0A93E3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5919D-7D15-A2E3-DE95-AC9E11B71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4CB9-3029-4568-89F5-87DC96DA3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2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482A-2C0A-53C9-5BA4-E87879B8D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A2222-5BB6-EE0B-7289-27341C5B0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D58C3-057E-673D-F8FD-E66D583C8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A98C6-E9AE-60F4-9774-C1B0845B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DB668-F8FA-4989-A2D8-9C0E6B1906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FDC00-359B-7196-D130-31301E5AB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9CD94-E7E9-317D-232F-A3C56B1B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4CB9-3029-4568-89F5-87DC96DA3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49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758E-9A94-591D-6168-794CBA4D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22A58-61C9-D497-A86F-C358C1281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C20D3-3559-48E7-FA3B-3D9F41EE4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674DB-45E0-8B65-1FA3-B174D355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DB668-F8FA-4989-A2D8-9C0E6B1906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A3C03-1B67-D170-3A5F-B128D58F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8D71D-02A5-2405-656D-8374B558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4CB9-3029-4568-89F5-87DC96DA3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4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F8396-54AF-C74A-46BF-C19BAB22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2159EF-8CF3-4F14-DBB6-A28BDE02B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1D7DA-0E44-68EA-EF2E-2CB9EA67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DB668-F8FA-4989-A2D8-9C0E6B1906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70390-86CE-B24E-C19C-9A124E158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DC5DB-6BCC-4512-CB66-C815B9CB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4CB9-3029-4568-89F5-87DC96DA3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82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7DD2DC-E5FD-5FC0-FBA1-FAB26226B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71B01E-D98A-D8C9-7DE7-020A96912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36FA6-2AFC-3209-0101-4CDE85D13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DB668-F8FA-4989-A2D8-9C0E6B1906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AB7A0-5CCA-4559-72BE-508E649D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F05B2-E0FF-F5AE-C0D7-7909F5599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4CB9-3029-4568-89F5-87DC96DA3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40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8EF5FF-5CFD-222B-ABE2-393A38BF5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7417C-95C3-7105-9F6F-D3A76EE6A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66630-4C9B-E417-E355-FC780D4D2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DB668-F8FA-4989-A2D8-9C0E6B1906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5B430-31F6-AECC-3C6D-C1C1B087B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C683F-B966-EF59-9266-1EB2E4429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D4CB9-3029-4568-89F5-87DC96DA3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7EAAC0-8DCE-9C2A-C6E3-70B54F16CA47}"/>
              </a:ext>
            </a:extLst>
          </p:cNvPr>
          <p:cNvSpPr/>
          <p:nvPr/>
        </p:nvSpPr>
        <p:spPr>
          <a:xfrm>
            <a:off x="6281531" y="4540195"/>
            <a:ext cx="1456647" cy="1603923"/>
          </a:xfrm>
          <a:prstGeom prst="roundRect">
            <a:avLst>
              <a:gd name="adj" fmla="val 3385"/>
            </a:avLst>
          </a:prstGeom>
          <a:solidFill>
            <a:srgbClr val="1E202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C67624-F5A2-7B25-EA04-2B82827CE9C7}"/>
              </a:ext>
            </a:extLst>
          </p:cNvPr>
          <p:cNvSpPr/>
          <p:nvPr/>
        </p:nvSpPr>
        <p:spPr>
          <a:xfrm>
            <a:off x="6281531" y="3090064"/>
            <a:ext cx="1456647" cy="1153692"/>
          </a:xfrm>
          <a:prstGeom prst="roundRect">
            <a:avLst>
              <a:gd name="adj" fmla="val 2701"/>
            </a:avLst>
          </a:prstGeom>
          <a:solidFill>
            <a:schemeClr val="tx1">
              <a:lumMod val="75000"/>
              <a:lumOff val="25000"/>
              <a:alpha val="3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30AD26-7AAE-C809-602D-9E7A5C0E667A}"/>
              </a:ext>
            </a:extLst>
          </p:cNvPr>
          <p:cNvSpPr/>
          <p:nvPr/>
        </p:nvSpPr>
        <p:spPr>
          <a:xfrm>
            <a:off x="6281531" y="2110847"/>
            <a:ext cx="1456646" cy="830997"/>
          </a:xfrm>
          <a:prstGeom prst="roundRect">
            <a:avLst>
              <a:gd name="adj" fmla="val 2701"/>
            </a:avLst>
          </a:prstGeom>
          <a:solidFill>
            <a:srgbClr val="00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762439-C094-EC22-EA99-44BFFA51143C}"/>
              </a:ext>
            </a:extLst>
          </p:cNvPr>
          <p:cNvSpPr/>
          <p:nvPr/>
        </p:nvSpPr>
        <p:spPr>
          <a:xfrm>
            <a:off x="2226118" y="3254337"/>
            <a:ext cx="1671818" cy="825146"/>
          </a:xfrm>
          <a:prstGeom prst="roundRect">
            <a:avLst>
              <a:gd name="adj" fmla="val 2701"/>
            </a:avLst>
          </a:prstGeom>
          <a:solidFill>
            <a:srgbClr val="FF00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D71EE-5986-6952-DE78-11E33FBF44FA}"/>
              </a:ext>
            </a:extLst>
          </p:cNvPr>
          <p:cNvSpPr txBox="1"/>
          <p:nvPr/>
        </p:nvSpPr>
        <p:spPr>
          <a:xfrm>
            <a:off x="1219252" y="1882428"/>
            <a:ext cx="4277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The colors used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92C704-ECB3-4EBE-B233-FB42D3AC36ED}"/>
              </a:ext>
            </a:extLst>
          </p:cNvPr>
          <p:cNvSpPr/>
          <p:nvPr/>
        </p:nvSpPr>
        <p:spPr>
          <a:xfrm>
            <a:off x="2226118" y="4620395"/>
            <a:ext cx="1671818" cy="825146"/>
          </a:xfrm>
          <a:prstGeom prst="roundRect">
            <a:avLst>
              <a:gd name="adj" fmla="val 270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23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Ravi Pratap Singh [MBA - 2024]</cp:lastModifiedBy>
  <cp:revision>4</cp:revision>
  <dcterms:created xsi:type="dcterms:W3CDTF">2024-01-17T02:33:05Z</dcterms:created>
  <dcterms:modified xsi:type="dcterms:W3CDTF">2026-02-20T02:18:58Z</dcterms:modified>
</cp:coreProperties>
</file>